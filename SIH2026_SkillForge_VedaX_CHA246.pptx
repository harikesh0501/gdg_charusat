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TITLE PAGE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2800" b="1"/>
            </a:pPr>
            <a: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Problem Statement ID -</a:t>
            </a:r>
            <a:r>
              <a:rPr b="1" sz="1300">
                <a:solidFill>
                  <a:srgbClr val="0E7490"/>
                </a:solidFill>
              </a:rPr>
              <a:t> CHA-246</a:t>
            </a:r>
            <a:endParaRPr lang="en-US" dirty="0"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Problem Statement Title -</a:t>
            </a:r>
            <a:r>
              <a:rPr b="0" sz="1300">
                <a:solidFill>
                  <a:srgbClr val="334155"/>
                </a:solidFill>
              </a:rPr>
              <a:t> Development of an AI-powered Smart Placement System for personalized job-role recommendation, skill-gap analysis and placement readiness prediction of university students.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Theme -</a:t>
            </a:r>
            <a:r>
              <a:rPr b="0" sz="1300">
                <a:solidFill>
                  <a:srgbClr val="334155"/>
                </a:solidFill>
              </a:rPr>
              <a:t> Artificial Intelligence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PS Category -</a:t>
            </a:r>
            <a:r>
              <a:rPr b="0" sz="1300">
                <a:solidFill>
                  <a:srgbClr val="334155"/>
                </a:solidFill>
              </a:rPr>
              <a:t> Software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Team ID -</a:t>
            </a:r>
            <a:r>
              <a:rPr b="1" sz="1300">
                <a:solidFill>
                  <a:srgbClr val="0E7490"/>
                </a:solidFill>
              </a:rPr>
              <a:t> CSPIT-SIH-510611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Team Name (Registered on portal) -</a:t>
            </a:r>
            <a:r>
              <a:rPr b="1" sz="1300">
                <a:solidFill>
                  <a:srgbClr val="334155"/>
                </a:solidFill>
              </a:rPr>
              <a:t> VedaX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b="1" sz="2200"/>
            </a:pPr>
            <a:r>
              <a:t>SkillForge AI — Smart Placement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v"/>
              <a:defRPr b="1" sz="1300">
                <a:solidFill>
                  <a:srgbClr val="4F46E5"/>
                </a:solidFill>
              </a:defRPr>
            </a:pPr>
            <a:r>
              <a:t>1. Proposed Solution Overview: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SkillForge AI is an intelligent placement platform that unifies resume parsing, 0–4 deterministic skill-gap analysis, 3-tier topological roadmaps, company placement matching, and TPO analytics.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300">
                <a:solidFill>
                  <a:srgbClr val="4F46E5"/>
                </a:solidFill>
              </a:defRPr>
            </a:pPr>
            <a:r>
              <a:t>2. How it Addresses the Problem: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Ingests candidate profiles and multi-format resumes via Groq Llama-3.3-70B in &lt; 1.5s.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Computes mathematical skill gaps (Covered, Deficient, Missing) against standardized tech roles without guesswork.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Bridges gaps with 3-tier DAG learning paths, 4-phase capstones, and resume-grounded AI mock interviews.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300">
                <a:solidFill>
                  <a:srgbClr val="4F46E5"/>
                </a:solidFill>
              </a:defRPr>
            </a:pPr>
            <a:r>
              <a:t>3. Innovation &amp; Uniqueness: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Zero AI Hallucination: Deterministic mathematical scoring for 100% explainable placement readiness.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Sub-200ms Instant UI: Built on Next.js 15 App Router with optimistic client-side synchronization.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Full Lifecycle Ecosystem: Seamlessly connects Students, Placement Officers (TPOs), and Recruiters.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Team: VedaX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200"/>
            </a:pPr>
            <a:r>
              <a:t>Technical Approach &amp;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b="1" sz="1300">
                <a:solidFill>
                  <a:srgbClr val="4F46E5"/>
                </a:solidFill>
              </a:defRPr>
            </a:pPr>
            <a:r>
              <a:t>1. Technologies Used: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Frontend: Next.js 15 (React 19, Server Components), Tailwind CSS, Glassmorphic UI.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Backend: FastAPI (Python 3.12, AsyncIO, High-Throughput REST APIs, Pydantic v2).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AI / NLP Engine: Groq Meta Llama-3.3-70B-Versatile, RapidFuzz Token Matcher, Pandas.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Database &amp; Security: PostgreSQL (SQLAlchemy ORM, Vector Schema), Supabase SSR JWT (RBAC).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300">
                <a:solidFill>
                  <a:srgbClr val="4F46E5"/>
                </a:solidFill>
              </a:defRPr>
            </a:pPr>
            <a:r>
              <a:t>2. Implementation Process &amp; Methodology: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Step 1 (Ingestion): Multi-format resume OCR + Llama 3.3 70B in-memory vector extraction (&lt; 1.5s).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Step 2 (Gap Analysis): Deterministic 0–4 mathematical gap scoring against standardized taxonomy.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Step 3 (Curriculum &amp; Matching): Topological DAG Roadmap sequencing + Company eligibility matching.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Step 4 (Assessment &amp; Analytics): Resume-grounded AI Mock Interviews + College TPO Analytics.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Team: VedaX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200"/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300">
                <a:solidFill>
                  <a:srgbClr val="4F46E5"/>
                </a:solidFill>
              </a:defRPr>
            </a:pPr>
            <a:r>
              <a:t>1. Feasibility Analysis: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Technical Feasibility: 100% functional working prototype built and verified with Next.js 15 + FastAPI.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Operational Feasibility: Cloud-native web platform accessible on any device with zero hardware overhead.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Economic Viability: Low-cost serverless infrastructure leveraging Groq LPU inference and Supabase.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300">
                <a:solidFill>
                  <a:srgbClr val="4F46E5"/>
                </a:solidFill>
              </a:defRPr>
            </a:pPr>
            <a:r>
              <a:t>2. Potential Challenges &amp; Risks: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Risk of AI hallucinations in placement scores | Non-standardized resume formats across colleges.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300">
                <a:solidFill>
                  <a:srgbClr val="4F46E5"/>
                </a:solidFill>
              </a:defRPr>
            </a:pPr>
            <a:r>
              <a:t>3. Mitigation Strategies: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Deterministic Scoring Engine: Mathematical formulation guaranteeing 100% explainability.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Fuzzy Semantic Matching: RapidFuzz token normalization handles varied formatting.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Groq LPU Acceleration: In-memory caching delivers sub-1.5s extraction speed.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Team: VedaX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200"/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300">
                <a:solidFill>
                  <a:srgbClr val="4F46E5"/>
                </a:solidFill>
              </a:defRPr>
            </a:pPr>
            <a:r>
              <a:t>1. Impact on Students: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Eliminates career ambiguity with clear readiness metrics; reduces preparation time by 60%.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Resume-grounded mock interviews and 4-phase capstones significantly increase interview selection rates.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300">
                <a:solidFill>
                  <a:srgbClr val="4F46E5"/>
                </a:solidFill>
              </a:defRPr>
            </a:pPr>
            <a:r>
              <a:t>2. Benefits for Universities &amp; Placement Officers (TPOs):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Real-time department-wise skill-gap heatmaps and predictive placement cohort analytics.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Automated candidate shortlisting for visiting recruiters drastically improves campus placement stats.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300">
                <a:solidFill>
                  <a:srgbClr val="4F46E5"/>
                </a:solidFill>
              </a:defRPr>
            </a:pPr>
            <a:r>
              <a:t>3. Benefits for Recruiting Companies: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Access to pre-calibrated, verified talent matching job descriptions with 40% lower hiring overhead.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Team: VedaX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200"/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300">
                <a:solidFill>
                  <a:srgbClr val="4F46E5"/>
                </a:solidFill>
              </a:defRPr>
            </a:pPr>
            <a:r>
              <a:t>1. Pedagogical &amp; Academic Foundations: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Bloom's Revised Taxonomy: Applied for cognitive 0–4 competency level progression.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Directed Acyclic Graphs (DAG): Topological sorting ensures strict prerequisite sequencing.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ATS Information Extraction Standards: Benchmark semantic entity extraction protocols.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300">
                <a:solidFill>
                  <a:srgbClr val="4F46E5"/>
                </a:solidFill>
              </a:defRPr>
            </a:pPr>
            <a:r>
              <a:t>2. Key References &amp; Validation: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ACM / IEEE Computing Curricula Competency Guidelines.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Meta Llama 3.3 Architecture &amp; Structured Pydantic Output Schemas.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</a:defRPr>
            </a:pPr>
            <a:r>
              <a:t>•  Working Prototype: Fully functional on Next.js 15 &amp; FastAPI.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Team: VedaX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